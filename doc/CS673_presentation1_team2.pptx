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af2fea7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daf2fea7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daf2fea7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daf2fea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daf2fea7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daf2fea7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db2efcd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db2efcd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db2efcd1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db2efcd1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daf2fea7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daf2fea7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daf2fea7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daf2fea7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node.j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Magical Bedtime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bedtime story generator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746850" y="3447200"/>
            <a:ext cx="13152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Iteration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Recap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 Magical Bedtime is a bedtime story generator for preschool aged children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Features include generating customizable stories, audio narration, read-along feature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to support early literacy and engagement for non-readers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with React, </a:t>
            </a:r>
            <a:r>
              <a:rPr lang="en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en"/>
              <a:t> w/ Express, MongoDB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Utilizing GPT-based API for story generation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1 Overview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secure use authentication (reg, login, session handling)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Implemented backend </a:t>
            </a:r>
            <a:r>
              <a:rPr lang="en"/>
              <a:t>logic</a:t>
            </a:r>
            <a:r>
              <a:rPr lang="en"/>
              <a:t> with JWT, bcrypt, input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UI screens: homepage, sign-in, sign-up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up REST API endpoints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data models for users, children, stories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Overview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60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3-tier system: Client (React), Backend (Node/Express), Data Layer (MongoDB)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separation of concerns for scalability and maintainability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GPT API service part of planned architecture for story generation</a:t>
            </a:r>
            <a:endParaRPr/>
          </a:p>
        </p:txBody>
      </p:sp>
      <p:pic>
        <p:nvPicPr>
          <p:cNvPr id="75" name="Google Shape;75;p16" title="Screenshot 2025-05-25 at 10.28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599" y="445025"/>
            <a:ext cx="4820700" cy="4072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73250" y="1017725"/>
            <a:ext cx="3391800" cy="3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Built with React and Vite using modular components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 for children: simple layout, large buttons, minimal text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Responsive across desktop, tablet, mobile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Includes accessibility features like large tap targets and clear labels</a:t>
            </a:r>
            <a:endParaRPr sz="1600"/>
          </a:p>
        </p:txBody>
      </p:sp>
      <p:pic>
        <p:nvPicPr>
          <p:cNvPr id="82" name="Google Shape;82;p17" title="Screenshot 2025-05-26 at 4.53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450" y="378138"/>
            <a:ext cx="5068266" cy="27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ign 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450" y="3259875"/>
            <a:ext cx="2491650" cy="13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Sign U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7075" y="3259875"/>
            <a:ext cx="2491650" cy="1384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473250" y="1017725"/>
            <a:ext cx="72879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1000"/>
              </a:spcBef>
              <a:spcAft>
                <a:spcPts val="0"/>
              </a:spcAft>
              <a:buSzPts val="1650"/>
              <a:buChar char="●"/>
            </a:pPr>
            <a:r>
              <a:rPr lang="en" sz="1650"/>
              <a:t>The goal was to create a calm, bedtime-friendly atmosphere with a fun and magical feel. Before designing, we looked at several similar apps to understand what works well for bedtime story platforms. </a:t>
            </a:r>
            <a:endParaRPr sz="1650"/>
          </a:p>
        </p:txBody>
      </p:sp>
      <p:pic>
        <p:nvPicPr>
          <p:cNvPr id="91" name="Google Shape;91;p18" title="Screenshot 2025-05-26 at 3.52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63800"/>
            <a:ext cx="2612582" cy="176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5-05-26 at 3.54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3250" y="2163788"/>
            <a:ext cx="2833348" cy="17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Screenshot 2025-05-26 at 3.55.1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653" y="2163800"/>
            <a:ext cx="2753373" cy="18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404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schema and class diagrams to guide structures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 uses MVC structures: controllers, models, 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structure applies object-oriented design to define and connect core entities, aligning with modular design of MERN stack</a:t>
            </a:r>
            <a:endParaRPr/>
          </a:p>
        </p:txBody>
      </p:sp>
      <p:pic>
        <p:nvPicPr>
          <p:cNvPr id="100" name="Google Shape;100;p19" title="Screenshot 2025-05-25 at 11.44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425" y="0"/>
            <a:ext cx="402935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3637800" cy="23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using MongoDB and Mongoose with multiple collections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model structure supports scalability for story generation and reading track</a:t>
            </a:r>
            <a:endParaRPr/>
          </a:p>
        </p:txBody>
      </p:sp>
      <p:pic>
        <p:nvPicPr>
          <p:cNvPr id="107" name="Google Shape;107;p20" title="Screenshot 2025-05-25 at 11.53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176" y="357613"/>
            <a:ext cx="5055476" cy="442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