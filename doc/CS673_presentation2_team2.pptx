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ExtraBold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6a2e1487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6a2e1487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6a2e1487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6a2e1487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6bfdca7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6bfdca7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6bfdca7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6bfdca7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6bfdca7c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6bfdca7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6bfdca7c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6bfdca7c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6bfdca7c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6bfdca7c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://express.js" TargetMode="External"/><Relationship Id="rId5" Type="http://schemas.openxmlformats.org/officeDocument/2006/relationships/hyperlink" Target="http://node.j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923200" y="445025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My Magical Bedtime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277000" y="2004975"/>
            <a:ext cx="3555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Iteration 2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Team 2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021675" y="1163350"/>
            <a:ext cx="4810500" cy="6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A bedtime story generator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Recap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 Magical Bedtime is an app catered towards young children and their parents that allows customized story creation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app features multiple options to customize the main character, theme, and setting of the story, as well as audio narration and a read-along text highlighting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using the MERN stack (MongoDB, </a:t>
            </a:r>
            <a:r>
              <a:rPr lang="en" u="sng">
                <a:solidFill>
                  <a:schemeClr val="hlink"/>
                </a:solidFill>
                <a:hlinkClick r:id="rId4"/>
              </a:rPr>
              <a:t>Express.js</a:t>
            </a:r>
            <a:r>
              <a:rPr lang="en"/>
              <a:t>, React, </a:t>
            </a:r>
            <a:r>
              <a:rPr lang="en" u="sng">
                <a:solidFill>
                  <a:schemeClr val="hlink"/>
                </a:solidFill>
                <a:hlinkClick r:id="rId5"/>
              </a:rPr>
              <a:t>Node.js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Tested using Jest, Vite, and the React Testing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Utilizes GPT-based API to generate stories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2 Overview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UI screens: My Stories, Story Generator, Contact, About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Implemented the story generation, illustration generation, read-along highlighting feature, and audio narration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Tested front end components using Vite, Jest, and the React Testing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REST API endpoints for user stories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Expanded data models for stories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82075" y="1174750"/>
            <a:ext cx="27951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Built with React and Vite using modular components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 for children: simple layout, large buttons, minimal text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Responsive across desktop, tablet, mobile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Includes accessibility features like large tap targets and clear labels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7175" y="571475"/>
            <a:ext cx="2304934" cy="17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0125" y="573700"/>
            <a:ext cx="2630950" cy="1745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7175" y="2586550"/>
            <a:ext cx="2630951" cy="175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3037" y="2606588"/>
            <a:ext cx="2348039" cy="17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582075" y="1174750"/>
            <a:ext cx="2758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Stories feature a </a:t>
            </a:r>
            <a:r>
              <a:rPr lang="en"/>
              <a:t>child-friendly </a:t>
            </a:r>
            <a:r>
              <a:rPr lang="en"/>
              <a:t>illustration that matches the 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story has audio narration and text highlighting to show the words being 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Story narration can be paused and reset at any time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3825" y="661200"/>
            <a:ext cx="4264910" cy="38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582075" y="1174750"/>
            <a:ext cx="57216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Vite (Build tool and test runner)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Jest (Testing framework)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React Testing Library (Component testing)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100% unit test coverage across all pages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testing pipeline for continuous quality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Plans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582075" y="1174750"/>
            <a:ext cx="38373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a few more features and pages that we would like to implement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“My Stories” page that stores any stories the user would like to save for the future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user dashboard must be designed and we need to add routes to the contact and about pages for logged in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would like to add the ability for users to favorite stories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375" y="1349850"/>
            <a:ext cx="4065225" cy="2443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